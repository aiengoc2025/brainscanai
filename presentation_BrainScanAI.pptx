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80B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BrainScanAI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Détection de Tumeurs Cérébrales</a:t>
            </a:r>
            <a:br/>
            <a:r>
              <a:t>Utilisant une Approche Semi-Supervisée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980B9"/>
                </a:solidFill>
              </a:defRPr>
            </a:pPr>
            <a:r>
              <a:t>Résumé de la Mission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🎯 Objectif : Explorer et modéliser un dataset de radiographies cérébrales (MRI)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🔍 Détection : Identifier la présence de cancer cérébral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📊 Dataset : 1506 images au total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⚠️ Défi : Seulement 100 images labellisées (50 Normal / 50 Cancer)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💾 Données : 1406 images sans label nécessitant une approche semi-supervisée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980B9"/>
                </a:solidFill>
              </a:defRPr>
            </a:pPr>
            <a:r>
              <a:t>Phase 1 : Audit et Exploration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📈 Volume du dataset : 1506 images MRI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⚖️ Déséquilibre critique : 100 images labellisées vs 1406 sans label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📐 Format : Images PNG en dimensions variables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🔄 Normalisation : Conversion en tenseurs standardisés 224x224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✅ Résultat : Dataset préparé pour l'extraction de caractéristiques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980B9"/>
                </a:solidFill>
              </a:defRPr>
            </a:pPr>
            <a:r>
              <a:t>Phase 2 : Extraction de Caractéristiques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🧠 Modèle : ResNet50 pré-entraîné sur ImageNet (Transfer Learning)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🎨 Utilisation : Feature Extractor (pas d'entraînement de fin)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📊 Dimension finale : Vecteur de 2048 dimensions par image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💾 Stockage optimisé : Embeddings sauvegardés dans 'features_brainscan.npy'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⚡ Avantage : Représentation riche et compacte de chaque image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980B9"/>
                </a:solidFill>
              </a:defRPr>
            </a:pPr>
            <a:r>
              <a:t>Phase 3 : Analyse Non-Supervisée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📉 Techniques PCA : Réduction progressive des dimensions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🎯 t-SNE Visualization : Visualisation 2D de la séparation des classes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🔗 K-Means Clustering : Identification des regroupements naturels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✨ Découverte clé : Séparation partielle observée entre cas sains et pathologiques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🎖️ Validation : Les caractéristiques ResNet50 sont pertinentes pour le problème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980B9"/>
                </a:solidFill>
              </a:defRPr>
            </a:pPr>
            <a:r>
              <a:t>Phase 4 : Modélisation Semi-Supervisée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🤖 Technique : Self-Training (Pseudo-Labeling)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📍 Modèle de base : Régression Logistique entraînée sur 80 échantillons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🎯 Objectif prioritaire : Maximiser le Recall (Sensibilité médicale)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📚 Enrichissement : Utilisation des 1406 images non labellisées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📈 Résultat : Affinement des frontières de décision du modèle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✅ Amélioration : Performance supérieure au modèle initial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980B9"/>
                </a:solidFill>
              </a:defRPr>
            </a:pPr>
            <a:r>
              <a:t>Recommandations Stratégiques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💰 Budget cible : 5 000 €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❌ Labellisation experte pure : Coût prohibitif (12M€)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💡 Solution proposée : Active Learning + Semi-Supervised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🎯 Stratégie : Pseudo-labeling automatique + vérification ciblée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⚡ Uncertainty Sampling : Focus sur les cas avec faible confiance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📊 ROI : 1 600 images stratégiques vérifiées avec le budget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980B9"/>
                </a:solidFill>
              </a:defRPr>
            </a:pPr>
            <a:r>
              <a:t>Architecture Technique Proposée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☁️ Infrastructure : AWS SageMaker ou Azure ML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🖥️ Compute : GPU haute performance (NVIDIA A100/H100)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⚙️ Traitement : Extraction batch optimisée sur 4M d'images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📦 Stockage : Format Parquet ou TFRecord pour accès rapide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🔄 Pipeline : Automatisé et scalable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📈 Monitoring : Dashboard d'évaluation continue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980B9"/>
                </a:solidFill>
              </a:defRPr>
            </a:pPr>
            <a:r>
              <a:t>Composition du Dataset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71600"/>
          <a:ext cx="78638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1280"/>
                <a:gridCol w="2621280"/>
                <a:gridCol w="2621280"/>
              </a:tblGrid>
              <a:tr h="82296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Catégorie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Nombre d'images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Pourcentage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100"/>
                        <a:t>Images labellisées normales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3.3%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100"/>
                        <a:t>Images labellisées cancer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3.3%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100"/>
                        <a:t>Images sans label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1406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93.4%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10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1506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100%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980B9"/>
                </a:solidFill>
              </a:defRPr>
            </a:pPr>
            <a:r>
              <a:t>Roadmap du Projet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✅ Phase 1-4 : Complétées (PoC fonctionnel)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🚀 Phase 5 : Déploiement sur infrastructure cloud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📊 Phase 6 : Active Learning avec vérification humaine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🔁 Phase 7 : Itérations d'amélioration continue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📈 Phase 8 : Scaling à 4M d'images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🎯 Objectif final : Modèle de production prêt à l'emploi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980B9"/>
                </a:solidFill>
              </a:defRPr>
            </a:pPr>
            <a:r>
              <a:t>Conclusion : Points Clés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🎯 L'approche semi-supervisée est LA solution viable pour ce projet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✅ Pipeline actuel prêt pour un PoC et déploiement immédiat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🤝 Couplage pseudo-labeling automatique + vérification humaine ciblée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💡 Stratégie active learning = économies majeures à l'échelle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🚀 Architecture cloud offre scalabilité et performance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📋 Prochaine étape : Phase de déploiement et validation en production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80B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Merci 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